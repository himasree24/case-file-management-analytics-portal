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24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BEFC-53F4-C8A6-587A-550B73D0C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47EEE-F5D4-49BB-AA75-D414973CB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27E9C-ED86-AA8B-B9F3-22645E0B3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A91CC-EA7C-22AA-5378-F3CC579A2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6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" cy="1737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0058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Linux Shell with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Management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Batch 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Ruhitha (2520080053)   •   M. Ananya (2520080069)   •   CH. Madhulika (2520090056)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 is the command-line interface between the user and the Linux kernel.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shells like bash are large and hide how process control really works.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minimal shell in C that runs commands and manages foreground and background jobs.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how fork, exec, wait and signals work together in an OS.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command-line shell with a prompt, parser and executor.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external programs using process creation (fork + exec).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background execution with the &amp; operator.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running and stopped jobs in a job table.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job control: jobs, fg, bg and kill.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signals (Ctrl+C, Ctrl+Z) and prevent zombie processes.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Execution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92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 Linux program with arguments, e.g. ls -l, cat file.txt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Commands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92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cd, exit, jobs, fg, bg handled inside the shell itself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92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&amp; runs without blocking; the prompt returns at once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0040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Table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758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job ID, PID, command and state (Running / Stopped / Done)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320040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290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Handling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29000" y="36758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SIGINT, SIGTSTP and SIGCHLD handled for safe job control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200400"/>
            <a:ext cx="4572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Cleanup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6758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children are reaped with waitpid so none are left behind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Working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1463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read input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4708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48840" y="1463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+ args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146304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1463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command?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2180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577840" y="146304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23560" y="1463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child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execvp()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0" y="1463040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4B8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60920" y="146304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Foreground: wait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(&amp;): add to job table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260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built-in: the shell runs it directly (cd, jobs, fg, bg, exit).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child process runs the program while the parent waits or continues.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SIGCHLD handler updates the job table when a background job finishes.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system calls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fork(), execvp(), waitpid()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kill(), signal()/sigaction()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setpgid(), tcsetpgrp()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table: linked list or array of structs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environment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087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Compiler: GCC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Linux (Ubuntu)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Editor: VS Code / Vim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myshell&gt; sleep 30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4521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myshell&gt; jobs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 Running   sleep 30 &amp;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mini shell that executes commands and manages background jobs.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process creation, signals and job control in practice.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pipes (|), I/O redirection (&gt;, &lt;), command history and tab completion.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B014-FD71-72C4-4A1A-8C55493E7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224A90-4EDD-E35F-C9CB-5EEB4B7C8236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B0E9D9-BCA6-F7A1-E4D6-DE31E4BD612E}"/>
              </a:ext>
            </a:extLst>
          </p:cNvPr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B82A4B-BAA5-6190-97B2-48F7B278B57E}"/>
              </a:ext>
            </a:extLst>
          </p:cNvPr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8CFA54-57D1-C33A-7959-983BF31F3983}"/>
              </a:ext>
            </a:extLst>
          </p:cNvPr>
          <p:cNvSpPr txBox="1"/>
          <p:nvPr/>
        </p:nvSpPr>
        <p:spPr>
          <a:xfrm>
            <a:off x="640080" y="2344029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58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467</Words>
  <Application>Microsoft Office PowerPoint</Application>
  <PresentationFormat>On-screen Show (16:9)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Linux Shell with Background Job Management</dc:title>
  <dc:subject>PptxGenJS Presentation</dc:subject>
  <dc:creator>PptxGenJS</dc:creator>
  <cp:lastModifiedBy>Madhulika Chilumula</cp:lastModifiedBy>
  <cp:revision>2</cp:revision>
  <dcterms:created xsi:type="dcterms:W3CDTF">2026-10-17T04:34:52Z</dcterms:created>
  <dcterms:modified xsi:type="dcterms:W3CDTF">2026-10-17T04:43:15Z</dcterms:modified>
</cp:coreProperties>
</file>